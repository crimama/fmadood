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embeddedFontLst>
    <p:embeddedFont>
      <p:font typeface="NanumSquareOTF_ac" panose="020B0600000101010101" pitchFamily="34" charset="-127"/>
      <p:regular r:id="rId47"/>
    </p:embeddedFont>
    <p:embeddedFont>
      <p:font typeface="NanumSquareOTF_ac Bold" panose="020B0600000101010101" pitchFamily="34" charset="-127"/>
      <p:bold r:id="rId48"/>
    </p:embeddedFont>
    <p:embeddedFont>
      <p:font typeface="NanumSquareOTF_ac ExtraBold" panose="020B0600000101010101" pitchFamily="34" charset="-127"/>
      <p:bold r:id="rId49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18B41912-417A-4961-9CCA-19F152633573}">
          <p14:sldIdLst>
            <p14:sldId id="256"/>
            <p14:sldId id="257"/>
            <p14:sldId id="258"/>
          </p14:sldIdLst>
        </p14:section>
        <p14:section name="01 Introduction" id="{9A6C3FAC-3C6D-48D7-9536-D95A9043169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Method" id="{D78D1EE9-4649-453B-8A87-F15D657F1BB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03 실험 결과" id="{B444D26D-A843-44D2-A8F7-018395E93F1F}">
          <p14:sldIdLst>
            <p14:sldId id="279"/>
            <p14:sldId id="280"/>
            <p14:sldId id="281"/>
            <p14:sldId id="282"/>
            <p14:sldId id="283"/>
            <p14:sldId id="285"/>
            <p14:sldId id="286"/>
          </p14:sldIdLst>
        </p14:section>
        <p14:section name="04 Ablation" id="{CFD519D2-0D8C-4F99-ACF1-3C6E15E790FA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05 논의" id="{08D964CA-69E8-4673-9D9C-59AAB6AC1C16}">
          <p14:sldIdLst>
            <p14:sldId id="297"/>
            <p14:sldId id="298"/>
            <p14:sldId id="299"/>
          </p14:sldIdLst>
        </p14:section>
        <p14:section name="Appendix A" id="{D4835E2E-37BE-42E8-B03B-4628517F1A5F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1" autoAdjust="0"/>
    <p:restoredTop sz="89795" autoAdjust="0"/>
  </p:normalViewPr>
  <p:slideViewPr>
    <p:cSldViewPr snapToGrid="0" snapToObjects="1">
      <p:cViewPr varScale="1">
        <p:scale>
          <a:sx n="109" d="100"/>
          <a:sy n="109" d="100"/>
        </p:scale>
        <p:origin x="968" y="184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font" Target="fonts/font1.fntdata"/><Relationship Id="rId48" Type="http://schemas.openxmlformats.org/officeDocument/2006/relationships/font" Target="fonts/font2.fntdata"/><Relationship Id="rId49" Type="http://schemas.openxmlformats.org/officeDocument/2006/relationships/font" Target="fonts/font3.fntdata"/><Relationship Id="rId50" Type="http://schemas.openxmlformats.org/officeDocument/2006/relationships/commentAuthors" Target="commentAuthors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10/12/26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Support fitting: 동결 DINOv2, 계층 {5, 11, 23} × 4 해상도 × 4 bag = 48개 bank, LSO 1-NN 정상 거리의 q95로 c_m. B Query inference: 4 해상도 × 3 계층 1-NN 거리 → z_m = d_m / c_m. C Support-calibrated layer fusion: (r, b)마다 S = z_d + 0.125·z5 (발표 본문의 Deep-Anchored Weighting). D Map aggregation: 4-bag 평균 → bilinear 역투영 → 4-scale 평균, 이미지 점수 = 상위 1% 픽셀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44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3703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6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(4–11쪽)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Deep-Anchored Weighting, 맵 통합 (12–23쪽)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(24–30쪽)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(31–40쪽)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(41–43쪽)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12–22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31–38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34·42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정의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 support에 없던 정상 변동에서도 생겨, 소수 정상 이미지로는 원인을 가리기 어렵다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High-Score Ambiguity: "큰 거리"만으로는 결함인지 미관측 정상 변동(조명·자세·반사)인지 알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① 단서 부족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이미지를 늘릴 수 없어, 미세 결함과 정상 변동을 가를 시각 단서 자체가 적음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② 결합의 어려움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관측을 늘리면 관측마다 거리 척도가 다르고(②-a) Shallow의 정상 반응이 섞임(②-b)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일반 vision 근거: 분포 변화 아래 성능 저하(Hendrycks 2019), 점수 신뢰도 변화(Ovadia 2019). 출처: PaperWorks/outlines/Outline_v18.md §1.1–1.2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· 동기 · 기여의 대응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문제에 동기와 방법 방향을 하나씩 대응시키고, ③에서 두 종류의 이득을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①은 관측 단계, ②-a·②-b는 결합 단계의 문제. 근거 수치는 AD2 test_public seed 0 개발 비교(표 8, 8b, 8d, 10a)와 16-shot 3-seed 주 비교(표 4). 문제별 상세는 7–9쪽. 출처: PaperWorks/outlines/Outline_v18.md §1.1–1.3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8" name="ContentFigure" descr="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24" y="1600200"/>
            <a:ext cx="100400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① 단서 부족 → 관측 확장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few-shot에서는 정상 표본이 희소해, 미세 결함을 가를 시각 단서가 부족함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 관찰이 dense prediction을 개선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해상도(토큰 1개 = 짧은 변 3.1% → 1.25%) × 3 계층(Deep 11·23, Shallow 5)으로 관측 확장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 결합이 최선 단일 해상도보다 AUPRO@0.05 +4.95pp(2-shot), +2.10pp(16-shot) (표 10a)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높은 해상도는 기존 영상의 세밀한 표본화이며 새 정상 변동을 만들지 않음. 출처: PaperWorks/outlines/Outline_v18.md §1.2 (1)(2), §2.2,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②-a 관측 간 척도 차이 → 단위 정렬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관측마다 bank를 따로 두면 정상 거리 척도가 달라지므로, 결합 전에 정상 기준으로 단위를 맞춘다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한 bank로 합치면 정상 변동이 섞이고, 나누면 bank마다 거리 척도가 다름 (아래 왼쪽)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점수 맵의 정규화가 결과를 바꾸고(Kim 2021), 이질적 점수는 결합 전 척도를 맞춤(ViM 2022)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관측별 bank를 유지하고, 각 bank의 정상 LSO 거리 q95를 1로 정렬 (아래 오른쪽)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단일 bank 57.48% vs 관측별 bank 59.57% (+2.09pp, 표 8), q95 &gt; MAD +0.76–1.69pp (표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실제 support LSO 거리 (AD2 walnuts, 16-shot, 672 px, bag 0, 계층당 4,096개; 캐시). 원고 진단: 12개 컴포넌트의 q95 척도 차이 평균 약 1.8배. q95의 정규화 생략 대비 이득은 주장하지 않음. 출처: PaperWorks/outlines/Outline_v18.md §1.2 "관측 결합의 어려움", 표 8, 8d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lso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874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②-b Shallow 정상 반응 → Deep 기준 가중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섞이므로, Deep을 기준선으로 Shallow는 작게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Shallow(L5)는 미세 결함에 민감하지만 정상 질감·외관에도 반응 → λ = 1이면 정상 walnut 전체가 밝아짐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조명·색 변화에 둔감한 안정적 의미 기준선을 제공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Deep-Anchored Weighting — S = z_d + 0.125·z5 (임계값·학습 가중치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 전체 가산(λ = 1) 54.02% vs λ = 0.125 59.57% (+5.55pp, 표 8b)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λ는 AD2 2-shot seed 0로 선택(post-hoc). 출처: PaperWorks/outlines/Outline_v18.md §1.2 (1),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40" y="2977896"/>
            <a:ext cx="7446615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①의 관측 확장과 ②의 보정·가중 결합을 제안하고, ③에서 두 이득을 통제 실험으로 분리해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해결하는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 단서 부족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계층(Shallow / Deep) 두 관측 축을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37·36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 rowSpan="2"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Fusion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②-a 척도 차이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정상 q95 척도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대비 +0.76–1.69pp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31·35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②-b Shallow 정상 반응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기준선 + Shallow 고정 가중 가산 (λ = 0.125),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+5.55pp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①·② 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통제 실험으로 분리, AD2 few-shot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 (①)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 (문제)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구하고(A), query마다 정렬 → 가중 결합 → 평균한다(B)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(PaperWorks/figures/fig_scopead_overview.png, 2026-10-12 14:46 수정본). Heatmap은 캐시된 bag 평균 계층별 정규화 맵에서 linear0125로 재구성한 표시용 예시(r = 672 표시), GT 윤곽은 최종 맵 표시용,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8" name="ContentFigure" descr="fig_scopea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68" y="1572768"/>
            <a:ext cx="10220960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07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54.81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74.47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56.03 ± 2.99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75.86 ± 0.59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74.93 ± 1.54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75.71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75.41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60.06 ± 0.88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77.61 ± 0.37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75.92 ± 0.82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92.54 / 96.93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95.61 /97.87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96.76 /98.16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98.52 /98.38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98.94 / 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85.44 /98.09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90.29 / 97.06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92.20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92.94 / 98.02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94.50 / 98.29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622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5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64.80 / 62.49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76.38 / 77.52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34.84 / 30.68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marL="109728" marR="109728" marT="4572" marB="457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74.03 / 83.66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85.74 / 90.82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82.35 / 88.90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83.68 /88.47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82.27 /87.86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8022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60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871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+2.19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61.26 / 77.94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59.40 / 77.34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 / 97.39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98.74 / 98.05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92.15 / 97.32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 / 98.49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 / 76.48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 / 77.46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0000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000000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000000"/>
                      </a:solidFill>
                      <a:prstDash val="soli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(37·36쪽)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(32쪽)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(35쪽)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비중 조절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37, 결합 31·35, 성능 27, 남은 항목 42.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8665</Words>
  <Application>Microsoft Macintosh PowerPoint</Application>
  <PresentationFormat>와이드스크린</PresentationFormat>
  <Paragraphs>1349</Paragraphs>
  <Slides>44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NanumSquareOTF_ac Bold</vt:lpstr>
      <vt:lpstr>NanumSquareOTF_ac</vt:lpstr>
      <vt:lpstr>Wingdings</vt:lpstr>
      <vt:lpstr>NanumSquareOTF_ac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3166</cp:revision>
  <cp:lastPrinted>2025-06-23T01:58:10Z</cp:lastPrinted>
  <dcterms:created xsi:type="dcterms:W3CDTF">2021-02-06T07:11:19Z</dcterms:created>
  <dcterms:modified xsi:type="dcterms:W3CDTF">2026-10-12T06:30:48Z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